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B2E2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248156"/>
            <a:ext cx="82296" cy="150876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928116" y="1069848"/>
            <a:ext cx="82296" cy="329184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17957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229868" y="891540"/>
            <a:ext cx="82296" cy="507492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822960"/>
            <a:ext cx="82296" cy="576072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531620" y="1069848"/>
            <a:ext cx="82296" cy="329184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682496" y="918972"/>
            <a:ext cx="82296" cy="48006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833372" y="822960"/>
            <a:ext cx="82296" cy="576072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1110996"/>
            <a:ext cx="82296" cy="288036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2135124" y="1207008"/>
            <a:ext cx="82296" cy="192024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87552"/>
            <a:ext cx="82296" cy="41148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6876" y="1152144"/>
            <a:ext cx="82296" cy="246888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CLINICAL AI · BANGLADESH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medical pre-screening system I designed and built for clinics in Bangladesh.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</a:t>
            </a:r>
            <a:pPr indent="0" marL="0">
              <a:buNone/>
            </a:pPr>
            <a:r>
              <a:rPr lang="en-US" sz="1600" dirty="0">
                <a:solidFill>
                  <a:srgbClr val="9FC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AI structures  →  Medic verifies  →  Doctor decides  → 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engineering — I directed, understood, tested, and debugged the whole system.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 set out to solve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Bangladeshi clinic, the hardest part happens before the doctor even speaks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Two-minute consultations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see huge volumes; history-taking gets compressed and details are missed before the exam even starts.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88536" y="16002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can't fill forms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81144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Elderly, low-literacy or anxious patients can't organise their own symptom history the way a form demands.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28432" y="16002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tools ignore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 speak Bangla, Banglish and regional dialects — most digital tools assume English, or typing.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7548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most need help are exactly the ones today's tools leave out.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gap is the problem I wanted to close.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voice-first — and hands-free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bet the whole product is built 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760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just speak.
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asks a question out loud → the microphone opens by itself → the patient speaks → a visible 3-2-1 confirmation → the next question. Nothing to tap.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default, not a bonus feature.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is always available as a fallback and runs through the exact same pipeline — so a noisy room or a failed mic never blocks a patient.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5074920" cy="2894648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pic>
        <p:nvPicPr>
          <p:cNvPr id="8" name="Image 0" descr="/tmp/vmp/ptshots/pt_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45920"/>
            <a:ext cx="4983480" cy="2803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45720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screen — the mic is open and listening, hands-free.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5760720" cy="868680"/>
          </a:xfrm>
          <a:prstGeom prst="roundRect">
            <a:avLst>
              <a:gd name="adj" fmla="val 9474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34924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patient who is elderly, non-technical, or can't read the screen — the interaction comes to them.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part: Bangla, Banglish &amp; regional speech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genuinely difficult recognition problem — for anyone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74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1801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2037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mix Bangla and English mid-sentence ('mathay pain hocche') — this breaks most recognisers.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874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52360" y="1801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dialects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22037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Sylheti and Chittagonian differ sharply from standard Bangla in words and pronunciation.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447288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47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7764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terms and drug names are rarely in a general speech model's vocabulary.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1729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8232" y="3447288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447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5236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noise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2360" y="37764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waiting rooms are loud — far from clean recording conditions.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89204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uncertainty is exactly why the architecture's first rule is that the raw words are never altered.  </a:t>
            </a:r>
            <a:pPr indent="0" marL="0">
              <a:buNone/>
            </a:pPr>
            <a:r>
              <a:rPr lang="en-US" sz="1450" i="1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can always check the AI against what was actually said.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built: one system, three roles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FastAPI backend and one database, with a purpose-built portal per 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47088"/>
            <a:ext cx="1874520" cy="402336"/>
          </a:xfrm>
          <a:prstGeom prst="roundRect">
            <a:avLst>
              <a:gd name="adj" fmla="val 45455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70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intake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one-time code → speak symptoms → follow-ups → review a structured summary → submit. Hands-free, bilingual.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8536" y="160020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847088"/>
            <a:ext cx="1874520" cy="402336"/>
          </a:xfrm>
          <a:prstGeom prst="roundRect">
            <a:avLst>
              <a:gd name="adj" fmla="val 45455"/>
            </a:avLst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8470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triage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62856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desk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62856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urgency-ordered queue; check the AI's fields against the raw words; record vitals; forward to a doctor.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28432" y="160020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847088"/>
            <a:ext cx="1874520" cy="402336"/>
          </a:xfrm>
          <a:prstGeom prst="roundRect">
            <a:avLst>
              <a:gd name="adj" fmla="val 45455"/>
            </a:avLst>
          </a:prstGeom>
          <a:solidFill>
            <a:srgbClr val="E0E7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18470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&amp; record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02752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workspace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2752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 — risk, red flags, reasoning; patient history; prescribe; write a structured EHR document.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681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" y="5321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(M1–M14 built)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9272" y="4681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410712" y="5321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9904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9904" y="4681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81344" y="5321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60536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60536" y="46817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951976" y="5321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0B2E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experience,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8196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+ one-time code. No app, no account.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16916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8379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2736" y="18196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27248" y="22585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naturally in Bangla or Banglish — voice-first, hands-free.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0096" y="16916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04688" y="18379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504688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98464" y="18196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 kept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22976" y="22585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verbatim and read back. Never edited (rule #1).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2095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" y="31912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6301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asks spoken follow-up questions; the patient answers by voice.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44368" y="30632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2095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02736" y="31912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27248" y="36301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organised into a structured summary — and read aloud.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40096" y="3063240"/>
            <a:ext cx="2212848" cy="1207008"/>
          </a:xfrm>
          <a:prstGeom prst="roundRect">
            <a:avLst>
              <a:gd name="adj" fmla="val 6061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320954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504688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98464" y="31912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22976" y="363016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red flags assessed in the background, for the doctor.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26680" y="1645920"/>
            <a:ext cx="3931920" cy="2251710"/>
          </a:xfrm>
          <a:prstGeom prst="roundRect">
            <a:avLst>
              <a:gd name="adj" fmla="val 2437"/>
            </a:avLst>
          </a:prstGeom>
          <a:solidFill>
            <a:srgbClr val="FFFFFF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pic>
        <p:nvPicPr>
          <p:cNvPr id="36" name="Image 0" descr="/tmp/vmp/ptshots/pt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3840480" cy="216027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772400" y="3913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C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screen: the structured summary the patient reviews before it reaches the doctor.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6126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demo video is this section — because this is where the product earns its name.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#1: the patient's exact words are permanent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invariant the whole design protects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transcript is written once and never changed.
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correction and Banglish→Bangla normalisation happen in separate, later fields — never on top of the original.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is ever unsure or wrong, the human still has the ground truth of what the patient actually said.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code, and pinned by its own automated test.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5166360" cy="2946083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pic>
        <p:nvPicPr>
          <p:cNvPr id="8" name="Image 0" descr="/tmp/vmp/ptshots/pt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91640"/>
            <a:ext cx="5074920" cy="28546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7960" y="4617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screen: the system reads the answer back and stores it exactly as spoken.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fits together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request's path — from a browser microphone to a stored clinical record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59105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portals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591056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— patient · medic · doctor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249424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395728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43230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32304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routers under /api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090672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3236976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27355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273552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module (M1–M16)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3931920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4078224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411480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411480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4773168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4919472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49560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·  Alembic migrations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956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URL → Postgres later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E0E7FF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18653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Groq · Cerebras · OpenRouter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297180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EF3C7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21040" y="3099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520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 Speech (bn-BD)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92440" y="420624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21040" y="43342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neural · espeak fallback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output is a child of the visit aggregate root — a new module run is a new code, not a new table.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part is implemented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open any of these and explain what it does and why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819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66420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voice portal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0665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frontend/kiosk.js  ·  kiosk.html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819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166420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&amp; doctor portals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40880" y="20665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frontend_medic/  ·  frontend_doctor/  ·  frontend_shared/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0662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281635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321868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backend/app/api/routes_*.py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70662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994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81635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 modules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40880" y="321868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backend/app/services/*.py  (intake, followup, risk, red_flags…)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58768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6384" y="4123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17320" y="3968496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client + fallback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417320" y="437083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services/llm_client.py  ·  core/llm_providers.py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858768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4123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9944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40880" y="3968496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(STT / TTS)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040880" y="437083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Web Speech  ·  services/tts/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1091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6384" y="5276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417320" y="51206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migrations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417320" y="5522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db/models.py  ·  migrations/versions/0001–0014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501091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9944" y="5276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6409944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040880" y="51206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export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040880" y="5522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services/ehr_export.py (FHIR)  ·  ehr_pdf.py (Bangla PDF)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pipeline — one swappable client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magic call: a pipeline, with provider independence engineered 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9659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95728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41648" y="19659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42816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88736" y="19659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9904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35824" y="19659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36992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82912" y="19659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1645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explain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that multiplies in 3 dimensions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2918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(providers, in a fallback order)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to 3 per provider)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(comma-separated lists)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11480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rate-limit cools down only that one (provider, key, model) path — temporarily. Nothing is ever permanently disabled.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came from a real pre-demo outage: a model was retired upstream and another was rate-limited. I re-architected the fallback so a single dead provider can never again stop a patient mid-intake.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260604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where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32918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· extraction · summary · follow-ups · risk tier · explanation · report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no-API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· completeness scoring · the red-flag rule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37960" y="5230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safety-critical red-flag check must never depend on a model's mood — so it's a rule.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design stance, not a feature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that make the system safe to put in front of a patient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8521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196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7099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narrows what's worth considering; the doctor decides. No autonomous diagnosis, ever.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8521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43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43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7340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red flags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81528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flag (e.g. chest pain) forces a Critical tier by a rule that runs independently of the AI.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58521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679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67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7581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score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105656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a tier with reasons — not a false-precision percentage nobody could justify.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58521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8920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78231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explained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carries a plain-language reason the doctor can read and check.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1691640"/>
            <a:ext cx="5074920" cy="2894648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pic>
        <p:nvPicPr>
          <p:cNvPr id="27" name="Image 0" descr="/tmp/vmp/beatshots/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37360"/>
            <a:ext cx="4983480" cy="28032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629400" y="46817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doctor screen: a Critical tier, the red-flag rule fired on chest pain, and the reason stated.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problems I diagnosed and solved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of judgement and debugging that doesn't come from generated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562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56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8562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outage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468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model was retired the night before a demo. I turned one flaky client into a provider × key × model fallback chain.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562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56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18562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in the PDF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64808" y="2468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can't shape Bengali conjuncts. I moved to fpdf2 + HarfBuzz and made the renderer refuse rather than ship mangled words.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5935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9593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midnight date bug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written after midnight Dhaka got yesterday's date — a UTC bug. Fixed with a fixed UTC+6 offset and a date policy.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95935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39593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that did nothing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64808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CSS transform under a perspective moved a control out from under the cursor. Depth now lives in the shadow, not a transform.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test and debug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comes from an offline test suite and a documented paper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— all offline,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network, no real API calls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89120" y="2697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records (ADRs)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why each choice was made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93592" cy="2011680"/>
          </a:xfrm>
          <a:prstGeom prst="roundRect">
            <a:avLst>
              <a:gd name="adj" fmla="val 4091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240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loop · intake · triage · risk &amp; red-flag override · OTP · migrations · the multi-key fallback · raw-immutability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debugging lesson I can tell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 "Edit" button did nothing. It wasn't the handler or the API — a CSS transform was rescaling the card on press, so mousedown and mouseup landed on different elements and the click never fired. </a:t>
            </a:r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meta-lesson: a programmatic .click() can't catch a hit-target defect — you have to drive a real mouse. There's a test pinning it now.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done — stated honestly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exactly what isn't finished is part of owning the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01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STT today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31343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speech-to-text is browser-based and sends audio to Google — so development uses synthetic/consented data 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1801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WER yet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64808" y="231343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real-mic run passed and felt accurate, but I won't quote an accuracy number I haven't measured.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767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is stubbed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1248" y="427939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 is a demo stub; real authentication is a later phase.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5661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FDF5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4808" y="3767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hardened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64808" y="427939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at rest; single-node SQLite; the fully-automatic voice endpointing (S5) is unfinished.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show you a true boundary than an invented number.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80160" y="1024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paired with the engineering that resolves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196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speech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quantized STT/TTS model — fully offline, removing the Google/Microsoft data path entirely.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43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43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summary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81528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quantized summary model replaces the LLM API for extraction — private, no quota.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679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67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17320" y="373989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105656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auth, Postgres, encryption at rest, and a single-container deploy.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F0FBF8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8920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17320" y="476402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WER + extraction precision/recall pass on a held-out Bangla/Banglish set.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1600200"/>
            <a:ext cx="4050792" cy="4206240"/>
          </a:xfrm>
          <a:prstGeom prst="roundRect">
            <a:avLst>
              <a:gd name="adj" fmla="val 2032"/>
            </a:avLst>
          </a:prstGeom>
          <a:solidFill>
            <a:srgbClr val="06201D"/>
          </a:solidFill>
          <a:ln w="12700">
            <a:solidFill>
              <a:srgbClr val="D6EDE8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35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0" y="1828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future is cheap to reach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2468880"/>
            <a:ext cx="3520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already goes through one OpenAI-compatible client, and speech sits behind a provider seam.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swapping in a local, on-device model is a configuration change — not a rewrite.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design decision was made specifically to make this possible.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medical pre-screening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926080"/>
            <a:ext cx="6035040" cy="6035040"/>
          </a:xfrm>
          <a:prstGeom prst="ellipse">
            <a:avLst/>
          </a:prstGeom>
          <a:solidFill>
            <a:srgbClr val="0B2E2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159916"/>
            <a:ext cx="74066" cy="135788"/>
          </a:xfrm>
          <a:prstGeom prst="roundRect">
            <a:avLst>
              <a:gd name="adj" fmla="val 37037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913028" y="999439"/>
            <a:ext cx="74066" cy="296266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48817" y="1098194"/>
            <a:ext cx="74066" cy="197510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184605" y="838962"/>
            <a:ext cx="74066" cy="456743"/>
          </a:xfrm>
          <a:prstGeom prst="roundRect">
            <a:avLst>
              <a:gd name="adj" fmla="val 37037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320394" y="777240"/>
            <a:ext cx="74066" cy="518465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456182" y="999439"/>
            <a:ext cx="74066" cy="296266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591970" y="863651"/>
            <a:ext cx="74066" cy="432054"/>
          </a:xfrm>
          <a:prstGeom prst="roundRect">
            <a:avLst>
              <a:gd name="adj" fmla="val 37037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727759" y="777240"/>
            <a:ext cx="74066" cy="518465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1863547" y="1036472"/>
            <a:ext cx="74066" cy="259232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999336" y="1122883"/>
            <a:ext cx="74066" cy="172822"/>
          </a:xfrm>
          <a:prstGeom prst="roundRect">
            <a:avLst>
              <a:gd name="adj" fmla="val 37037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135124" y="925373"/>
            <a:ext cx="74066" cy="370332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2270912" y="1073506"/>
            <a:ext cx="74066" cy="222199"/>
          </a:xfrm>
          <a:prstGeom prst="roundRect">
            <a:avLst>
              <a:gd name="adj" fmla="val 3703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DEMONSTRATED AS AN ENGINEER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with AI assistance — and I own it.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chose the architecture and the stack, set the non-negotiable rules, debugged the hard defects, wrote and curated the tests and decision records, and ran the live tests myself.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open any file and tell you what it does and why it's there.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0B2E2A"/>
          </a:solidFill>
          <a:ln w="12700">
            <a:solidFill>
              <a:srgbClr val="1E4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29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meets patients in their own language, by voice, hands-free — and hands the doctor structure, safely. 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on-device, offline, and fully hands-free.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I'd love to go deep on any part of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2026-08-21T16:42:27Z</dcterms:created>
  <dcterms:modified xsi:type="dcterms:W3CDTF">2026-08-21T16:42:27Z</dcterms:modified>
</cp:coreProperties>
</file>